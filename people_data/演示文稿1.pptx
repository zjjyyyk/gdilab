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05C20C-5AFE-40DE-A6D0-70CF75B216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AE1BE90-BC54-4C27-BB18-2510D5939F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109706-4D2F-456C-B8D1-6BD47C3FB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F2E39-13CD-4D5A-AAE5-73FE8A4D9F13}" type="datetimeFigureOut">
              <a:rPr lang="zh-CN" altLang="en-US" smtClean="0"/>
              <a:t>2025/11/10 Monday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B9B0CD-22D1-4BA8-B3F0-03443C1A2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D0BF05-F771-493A-9232-C2E3E0B6F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52590-A2BC-4885-B7CA-2980D9165C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260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8D5830-26E5-4756-8A72-3A3D42107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BB214F-E060-4BC8-8668-1E2B04AAE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E523CF-1DCA-4796-9DB4-036D93EDB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F2E39-13CD-4D5A-AAE5-73FE8A4D9F13}" type="datetimeFigureOut">
              <a:rPr lang="zh-CN" altLang="en-US" smtClean="0"/>
              <a:t>2025/11/10 Monday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8D7E7B-A8C9-4EF4-9398-52B4DA63A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611948-A87F-43C1-A61A-CD8439D77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52590-A2BC-4885-B7CA-2980D9165C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0668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54636A-156B-4EEF-B10C-321E187BF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637E8E-85BF-46AA-971F-FC9E55F09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209EBC-7908-4117-AB79-26F2927E8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F2E39-13CD-4D5A-AAE5-73FE8A4D9F13}" type="datetimeFigureOut">
              <a:rPr lang="zh-CN" altLang="en-US" smtClean="0"/>
              <a:t>2025/11/10 Monday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91949E-CD5A-4E8F-8EDB-F14E2B114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02268C-74E9-44F3-92F5-078C70DC9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52590-A2BC-4885-B7CA-2980D9165C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373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7CBEED-FCBC-4A62-A4D4-267985924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B446CD-5490-480F-9CC0-D788015A01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7EAFF89-A2FF-436B-AC66-0DB7EAE3D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9FE1D6-1DBC-4187-B012-78FF71963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F2E39-13CD-4D5A-AAE5-73FE8A4D9F13}" type="datetimeFigureOut">
              <a:rPr lang="zh-CN" altLang="en-US" smtClean="0"/>
              <a:t>2025/11/10 Monday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5EF935-2AF8-42B0-9E88-B16261433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EDF953B-CF51-42A6-AEF7-8F97729E6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52590-A2BC-4885-B7CA-2980D9165C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8535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30C23B-9BF5-44C5-8601-1412CB0BA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559C7CA-5A12-4F04-8B0B-0B8E57833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8B9B8E9-0CD0-4A99-B81A-2BC3C6FA14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8EF897B-69F5-4F34-9B89-EE8D2F53C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D8130A7-6679-40C2-BA2B-F5AE543A07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7C715B1-8232-4B09-B7CD-7C858F444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F2E39-13CD-4D5A-AAE5-73FE8A4D9F13}" type="datetimeFigureOut">
              <a:rPr lang="zh-CN" altLang="en-US" smtClean="0"/>
              <a:t>2025/11/10 Monday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AE649AE-2E37-4435-B6F3-3F4F6E7E7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D0832DE-29FB-4D8C-B448-8FBE441F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52590-A2BC-4885-B7CA-2980D9165C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6220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8C20FC-501C-47A0-ABDA-6AF02A930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89BE095-E973-412F-9CD5-D62A76935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F2E39-13CD-4D5A-AAE5-73FE8A4D9F13}" type="datetimeFigureOut">
              <a:rPr lang="zh-CN" altLang="en-US" smtClean="0"/>
              <a:t>2025/11/10 Monday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F49398E-C51C-4D9B-AEDD-081B5D9B1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BE0516-18FC-4224-8E8E-44984C94B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52590-A2BC-4885-B7CA-2980D9165C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1623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58EA69A-E1D7-4053-8766-881CB4F71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F2E39-13CD-4D5A-AAE5-73FE8A4D9F13}" type="datetimeFigureOut">
              <a:rPr lang="zh-CN" altLang="en-US" smtClean="0"/>
              <a:t>2025/11/10 Monday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4D79FD5-0E7E-4B69-BD5A-ED73A420A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62183A-FF12-4727-B438-B8C46DEEF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52590-A2BC-4885-B7CA-2980D9165C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7934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63AA2B-378D-4ADD-AE09-6F6BFF124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658EEF-89D9-4A05-963B-3420286E3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C840758-C68E-459E-832D-D35EEC450E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7CEB6C-AD77-4FA6-AE00-CA84F2C89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F2E39-13CD-4D5A-AAE5-73FE8A4D9F13}" type="datetimeFigureOut">
              <a:rPr lang="zh-CN" altLang="en-US" smtClean="0"/>
              <a:t>2025/11/10 Monday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BDD7FBD-44C6-464E-A4B5-D16E2A91A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3CB2CB-B102-46D9-B429-475B5D91C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52590-A2BC-4885-B7CA-2980D9165C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765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90352C-1F7D-43C4-BA7C-04076EAC8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9F92301-581A-4CDF-811D-6DD2D95374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E858B75-0BE3-4D20-972A-97672D0721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77A12D-A649-4BA2-A49C-DDFC0A072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F2E39-13CD-4D5A-AAE5-73FE8A4D9F13}" type="datetimeFigureOut">
              <a:rPr lang="zh-CN" altLang="en-US" smtClean="0"/>
              <a:t>2025/11/10 Monday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A3D28C-2044-4E68-A9F8-866456448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7EC69C-B5C5-474E-B7C3-91532A181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52590-A2BC-4885-B7CA-2980D9165C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8583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0B830B-8FFF-45AE-B2AD-49CFFCB6D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EF85C41-1C5D-42DC-916B-88E3BE3D3F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FA0DCB-FD2D-4473-8D06-1A6942688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F2E39-13CD-4D5A-AAE5-73FE8A4D9F13}" type="datetimeFigureOut">
              <a:rPr lang="zh-CN" altLang="en-US" smtClean="0"/>
              <a:t>2025/11/10 Monday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151F9B-0BFA-4D6E-AA2F-ECD246B34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AF4FFB-A19D-4980-9F12-B62DE3DDA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52590-A2BC-4885-B7CA-2980D9165C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7360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37ED570-73E6-451F-A339-079CB42219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EC4A483-15EA-4EC5-B141-0047088378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291123-6CF2-4F54-95AD-C95ACE9B4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F2E39-13CD-4D5A-AAE5-73FE8A4D9F13}" type="datetimeFigureOut">
              <a:rPr lang="zh-CN" altLang="en-US" smtClean="0"/>
              <a:t>2025/11/10 Monday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B4254C-24B1-46C4-91CE-82F0A804B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A557DE-5444-4788-B5DA-9FC56E72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52590-A2BC-4885-B7CA-2980D9165C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7258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8B42039-CB24-41F4-BBA9-3D46929CD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9679F77-61BB-43AE-9187-21327ADAF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51869A-C622-410C-9C80-519B238C13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F2E39-13CD-4D5A-AAE5-73FE8A4D9F13}" type="datetimeFigureOut">
              <a:rPr lang="zh-CN" altLang="en-US" smtClean="0"/>
              <a:t>2025/11/10 Monday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4689A4-F1FF-4172-AF2E-CF9E355B5D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25A5A4-0653-4CA2-94B3-FAE429CBFC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952590-A2BC-4885-B7CA-2980D9165C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3523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A9638CA-C461-4897-BC0B-F5CA31B9B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933" y="2946400"/>
            <a:ext cx="7476067" cy="365638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345EE2A-83BE-4131-9FF2-9E4031F74A92}"/>
              </a:ext>
            </a:extLst>
          </p:cNvPr>
          <p:cNvSpPr/>
          <p:nvPr/>
        </p:nvSpPr>
        <p:spPr>
          <a:xfrm>
            <a:off x="2286000" y="2883508"/>
            <a:ext cx="3962400" cy="36563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3C8B738-7741-46F9-AD1D-D921C11B41B1}"/>
              </a:ext>
            </a:extLst>
          </p:cNvPr>
          <p:cNvSpPr/>
          <p:nvPr/>
        </p:nvSpPr>
        <p:spPr>
          <a:xfrm>
            <a:off x="6167966" y="6394746"/>
            <a:ext cx="3962400" cy="872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0E52B36-118C-439F-B2B8-EBFFAA9519A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9451"/>
          <a:stretch/>
        </p:blipFill>
        <p:spPr>
          <a:xfrm>
            <a:off x="2138202" y="3264798"/>
            <a:ext cx="4110198" cy="115722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C4D89F5-1906-4EF1-8A58-0566EB9A6B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1966" y="479425"/>
            <a:ext cx="5105400" cy="246697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7923D21-2377-4C9D-80A9-047F150BB95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9471" b="13148"/>
          <a:stretch/>
        </p:blipFill>
        <p:spPr>
          <a:xfrm>
            <a:off x="2138202" y="4453467"/>
            <a:ext cx="4110198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292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ACCDD18-5479-40CF-B158-078A090AA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840846"/>
            <a:ext cx="5029200" cy="155257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126789B-F2B8-4BB8-8CAA-731A2170D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0" y="2393421"/>
            <a:ext cx="4095750" cy="15049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F106ECC-F935-4334-B960-65C92AE2AC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6733" y="5732462"/>
            <a:ext cx="2428875" cy="16859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52E7DCB-3DF4-462F-93B4-5D96BD52CB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1333" y="5732462"/>
            <a:ext cx="2333625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650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A67A78D-D189-4F80-BC88-3FA75A5B0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231" y="4677403"/>
            <a:ext cx="4025901" cy="194535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E3CFF22-63FE-4B8B-8359-942558DC1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6440" y="635614"/>
            <a:ext cx="2994026" cy="131412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558F500-6615-4D67-A568-D3FE06350D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6440" y="1949734"/>
            <a:ext cx="2994027" cy="1408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100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65BDB9D-5655-4AD6-8EB5-458CBE3A5C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2381250"/>
            <a:ext cx="27432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304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宽屏</PresentationFormat>
  <Paragraphs>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李诚</dc:creator>
  <cp:lastModifiedBy>李诚</cp:lastModifiedBy>
  <cp:revision>3</cp:revision>
  <dcterms:created xsi:type="dcterms:W3CDTF">2025-11-10T05:00:39Z</dcterms:created>
  <dcterms:modified xsi:type="dcterms:W3CDTF">2025-11-10T05:13:20Z</dcterms:modified>
</cp:coreProperties>
</file>